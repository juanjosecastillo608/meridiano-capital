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6858000" cy="12191695"/>
  <p:notesSz cx="12191695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sotipo_invers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029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530352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spc="200" kern="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MERIDIANO CAPITAL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548640" y="19659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ASUNCIÓN, PARAGUAY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02920" y="2468880"/>
            <a:ext cx="5943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Paraguay ya es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grado de inversión.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48640" y="4343400"/>
            <a:ext cx="5669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C7CF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 Asunción es donde ese crecimiento se convierte en renta y plusvalía.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5486400"/>
            <a:ext cx="5760720" cy="0"/>
          </a:xfrm>
          <a:prstGeom prst="line">
            <a:avLst/>
          </a:prstGeom>
          <a:noFill/>
          <a:ln w="12700">
            <a:solidFill>
              <a:srgbClr val="2A4A5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557784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Grado de inversión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48640" y="6071616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F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calificación soberana otorgada por Moody's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6629400"/>
            <a:ext cx="5760720" cy="0"/>
          </a:xfrm>
          <a:prstGeom prst="line">
            <a:avLst/>
          </a:prstGeom>
          <a:noFill/>
          <a:ln w="12700">
            <a:solidFill>
              <a:srgbClr val="2A4A5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672084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IRP 10%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548640" y="7214616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F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sin impuesto a la ganancia de capital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7772400"/>
            <a:ext cx="5760720" cy="0"/>
          </a:xfrm>
          <a:prstGeom prst="line">
            <a:avLst/>
          </a:prstGeom>
          <a:noFill/>
          <a:ln w="12700">
            <a:solidFill>
              <a:srgbClr val="2A4A5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786384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~4,4% anual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548640" y="8357616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F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crecimiento económico proyectado 2026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8915400"/>
            <a:ext cx="5760720" cy="0"/>
          </a:xfrm>
          <a:prstGeom prst="line">
            <a:avLst/>
          </a:prstGeom>
          <a:noFill/>
          <a:ln w="12700">
            <a:solidFill>
              <a:srgbClr val="2A4A5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9189720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F3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 acompañamos de la cédula al alquiler: renta administrada y plusvalía real.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548640" y="10424160"/>
            <a:ext cx="5760720" cy="960120"/>
          </a:xfrm>
          <a:prstGeom prst="rect">
            <a:avLst/>
          </a:prstGeom>
          <a:solidFill>
            <a:srgbClr val="8B3323"/>
          </a:solidFill>
          <a:ln/>
        </p:spPr>
      </p:sp>
      <p:sp>
        <p:nvSpPr>
          <p:cNvPr id="19" name="Text 16"/>
          <p:cNvSpPr/>
          <p:nvPr/>
        </p:nvSpPr>
        <p:spPr>
          <a:xfrm>
            <a:off x="548640" y="10552176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Agendá una llamada de 15 minutos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548640" y="11000232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0DDD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Respondé este mensaje y coordinamos.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65760" y="1170432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DA8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Juan José Castillo  ·  +595 982 853 111  ·  juancastillo@meridianocapital.net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2026-08-09T22:27:04Z</dcterms:created>
  <dcterms:modified xsi:type="dcterms:W3CDTF">2026-08-09T22:27:04Z</dcterms:modified>
</cp:coreProperties>
</file>