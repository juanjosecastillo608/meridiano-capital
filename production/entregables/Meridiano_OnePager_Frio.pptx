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371600"/>
          </a:xfrm>
          <a:prstGeom prst="rect">
            <a:avLst/>
          </a:prstGeom>
          <a:solidFill>
            <a:srgbClr val="14313A"/>
          </a:solidFill>
          <a:ln/>
        </p:spPr>
      </p:sp>
      <p:pic>
        <p:nvPicPr>
          <p:cNvPr id="3" name="Image 0" descr="isotipo_inver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MERIDIANO CAPITAL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297680" y="457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Inversión inmobiliaria en Asunción, Paraguay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1737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PARAGUAY · GRADO DE INVERSIÓN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210312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El momento de invertir en Asunción es ahora.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306324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Paraguay alcanzó el grado de inversión y crece a ~4,4% anual, con la carga fiscal más baja de la región. Asunción es donde ese crecimiento se convierte en renta y plusvalía — y nosotros te acompañamos en todo el camino.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2057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431596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Grado de inversión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31520" y="48006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Calificación soberana (Moody's)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61488" y="4160520"/>
            <a:ext cx="2057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44368" y="431596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IRP 10%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944368" y="48006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 impuesto a la ganancia de capital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974336" y="4160520"/>
            <a:ext cx="2057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57216" y="431596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~80.000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157216" y="48006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Radicaciones de extranjeros en 2026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48640" y="56692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Acompañamiento de punta a punta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608076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la cédula al alquiler: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gestionamos tu residencia y cédula paraguaya, la apertura bancaria, la estructura societaria y fiscal, y la administración de tu propiedad para sostener la rentabilidad. Con 16 años de trayectoria técnica y una red de aliados (abogado, escribano, contadora).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6995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Dos formas de invertir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7406640"/>
            <a:ext cx="3200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757123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Inversión Individual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77240" y="797356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Comprás tu unidad (terminada o en pozo). La administramos con renta tradicional o temporal para sostener tu rentabilidad neta.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886200" y="7406640"/>
            <a:ext cx="3200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14800" y="757123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Coinversión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114800" y="797356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Ingresás con otros inversores a un vehículo para desarrollar un proyecto. Ideal para tickets grandes, desde USD 200.000.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9098280"/>
            <a:ext cx="6464808" cy="960120"/>
          </a:xfrm>
          <a:prstGeom prst="rect">
            <a:avLst/>
          </a:prstGeom>
          <a:solidFill>
            <a:srgbClr val="8B3323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925372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Agendá una llamada de 15 minutos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4206240" y="92354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+595 982 853 111
</a:t>
            </a:r>
            <a:pPr algn="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juancastillo@meridianocapital.net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48640" y="1019556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Documento informativo · no constituye oferta vinculante · las rentabilidades dependen del mercado y no están garantizadas.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2026-08-09T22:31:04Z</dcterms:created>
  <dcterms:modified xsi:type="dcterms:W3CDTF">2026-08-09T22:31:04Z</dcterms:modified>
</cp:coreProperties>
</file>