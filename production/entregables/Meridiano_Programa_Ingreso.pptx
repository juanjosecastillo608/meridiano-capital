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PARAGUAY · MERCOSUR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Programa de Ingreso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 Mercado Paraguayo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9436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Guía para inversores extranjeros: constitución de sociedad, apertura de cuenta, ingreso de capital y radicación en Paraguay.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Asesoría legal, societaria y migratoria de principio a fin.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PROGRAMA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acompañamiento integral para operar en Paraguay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primer trámite legal a la radicación migratoria, con todo lo societario y bancario gestionado por nuestro equipo. El resultado: empresa constituida, cuenta operativa y, si se desea, cédula paraguaya como inversor.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Sociedad Anónima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Constitución ante escribano público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Cuenta Corriente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guaraníes y dólares, en banco paraguayo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Ingreso de Capital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 en la transferencia desde el exterior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28346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3108960"/>
            <a:ext cx="548640" cy="548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89720" y="3840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Cédula Paraguaya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44805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Radicación migratoria para los socios (opcional)</a:t>
            </a:r>
            <a:endParaRPr lang="en-US" sz="1150" dirty="0"/>
          </a:p>
        </p:txBody>
      </p:sp>
      <p:pic>
        <p:nvPicPr>
          <p:cNvPr id="2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CAMINO EN 4 PASOS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 ingreso de fondos a la radicación como inversor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Constitución de la S.A.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Escribano, capital social y roles legales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90672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Apertura de Cuenta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Cuenta corriente en guaraníes y USD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9592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Ingreso de Capital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Acompañamiento en la transferencia inicial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68512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915400" y="2377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8972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Cédula Paraguaya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41605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Radicación migratoria de los socios (opcional)</a:t>
            </a:r>
            <a:endParaRPr lang="en-US" sz="1100" dirty="0"/>
          </a:p>
        </p:txBody>
      </p:sp>
      <p:pic>
        <p:nvPicPr>
          <p:cNvPr id="23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1 · CONSTITUCIÓN DE LA SOCIEDAD ANÓNIMA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Tu empresa paraguaya, 100% de tu propiedad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SOCIAL MÍNIMO (NOMINAL)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₲ 900.000.000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USD 150.000. Es el mínimo legal para abrir una S.A., pero es capital nominal: no hay que integrarlo. No es un piso de inversión.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Constitución ante escribano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03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S.A. se constituye con escritura pública, conforme a la legislación societaria paraguaya.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Composición societaria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889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ser 100% de socios extranjeros — no requiere socios paraguayos.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Roles obligatorios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75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Representante legal, síndico y contador, incluidos en el acompañamiento mensual.</a:t>
            </a:r>
            <a:endParaRPr lang="en-US" sz="10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2 · APERTURA DE CUENTA CORRIENTE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Cuenta operativa en Paraguay, en doble moneda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TOPE DEL PRIMER INGRESO ACOMPAÑADO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200.000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máximo acompañado en el primer ingreso de dinero desde el exterior hacia la cuenta paraguaya.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Doble moneda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03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cuenta corriente se habilita en guaraníes y en dólares estadounidenses.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nombre de la sociedad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889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Apertura gestionada en una entidad bancaria local, a nombre de la S.A.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Primera transferencia asistida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75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Acompañamos la primera transferencia de fondos desde el exterior.</a:t>
            </a:r>
            <a:endParaRPr lang="en-US" sz="10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3 · INGRESO DE CAPITAL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Capitalización para posicionar al inversor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SOCIAL SUGERIDO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₲ 5.000.000.000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USD 834.000 al tipo de cambio de referencia (₲ 6.000 = USD 1, sujeto a variación diaria).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47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Posiciona al inversor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03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capital robusto respalda la seriedad de la operación en Paraguay.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 destina a la inversión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889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Muchos inversores usan estos fondos, total o parcialmente, para comprar su inmueble.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394960" cy="603504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Flexible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753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monto se ajusta al plan de cada inversor; la cifra sugerida es una referencia.</a:t>
            </a:r>
            <a:endParaRPr lang="en-US" sz="10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4 · CÉDULA DE IDENTIDAD (OPCIONAL)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Radicación migratoria para los socios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cédula NO es requisito para invertir — se puede operar la S.A. sin ella. Pero los socios que quieran radicarse pueden obtenerla como inversores.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Solo trámite de cédula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2.200 – 2.500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paquete societario. Varía según la nacionalidad del solicitante.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56032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Cédula 2 años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8.000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 completo con acompañamiento incluido, para 1 socio.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2560320"/>
            <a:ext cx="34747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Cédula 10 años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10.000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7532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 completo con acompañamiento incluido, para 1 socio.</a:t>
            </a:r>
            <a:endParaRPr lang="en-US" sz="115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PAQUETES Y COSTOS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Elegí según lo que necesitás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21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EMPEZAR A INVERTIR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Paquete Completo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6.000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Constitución de S.A., apertura de cuenta e ingreso de capital. Sin cédula.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474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21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INVERTIR + RESIDENCIA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2395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Completo + Cédula 2 años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035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8.000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paquete completo más la cédula paraguaya (2 años) para 1 socio.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4747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21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RADICARTE A LARGO PLAZO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75320" y="2395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Completo + Cédula 10 años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0358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10.000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75320" y="36576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paquete completo más la cédula paraguaya (10 años) para 1 socio.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Asesoramiento Mensual · USD 350/mes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(el más elegido) — incluye síndico, representante legal y contador. Es lo que mantiene tu S.A. operativa y te permite invertir sin cédula.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trámite de cédula, sin paquete societario: USD 2.200 – 2.500 según nacionalidad.</a:t>
            </a:r>
            <a:endParaRPr lang="en-US" sz="950" dirty="0"/>
          </a:p>
        </p:txBody>
      </p:sp>
      <p:pic>
        <p:nvPicPr>
          <p:cNvPr id="22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¿POR QUÉ PARAGUAY?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destino atractivo dentro del Mercosur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2167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Carga tributaria competitiva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2715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Uno de los regímenes impositivos más bajos de la región.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167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Ubicación estratégica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0" y="2715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Posición central en el Mercosur, acceso a los mercados sudamericanos.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167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Estabilidad macroeconómica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32520" y="271576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Moneda estable y reglas claras para la inversión extranjera.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950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Radicación accesible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44988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Vías migratorias diseñadas para inversores y sus socios.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74904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0" y="3950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Acompañamiento integral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0" y="44988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solo equipo gestiona lo legal, lo bancario y lo migratorio.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74904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32520" y="39502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Estructura societaria flexible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32520" y="449884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S.A. que puede ser 100% de propiedad extranjera.</a:t>
            </a:r>
            <a:endParaRPr lang="en-US" sz="1050" dirty="0"/>
          </a:p>
        </p:txBody>
      </p:sp>
      <p:pic>
        <p:nvPicPr>
          <p:cNvPr id="2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 SOY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operador técnico y legal, no un agente tradicional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406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soy un agente inmobiliario tradicional. Soy el operador técnico y legal que convierte a un extranjero en inversor inmobiliario paraguayo — de la cédula al alquiler, de punta a punta, con la mirada de 16 años construyendo en Asunción.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“Donde otros ven una comisión, yo veo una responsabilidad que empieza antes de la compra y no termina en la firma.”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PROCESO, DE PUNTA A PUNTA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Cédula</a:t>
            </a:r>
            <a:pPr indent="0" marL="0">
              <a:buNone/>
            </a:pPr>
            <a:r>
              <a:rPr lang="en-US" sz="2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  ›   </a:t>
            </a:r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Cuenta</a:t>
            </a:r>
            <a:pPr indent="0" marL="0">
              <a:buNone/>
            </a:pPr>
            <a:r>
              <a:rPr lang="en-US" sz="2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  ›   </a:t>
            </a:r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Capital</a:t>
            </a:r>
            <a:pPr indent="0" marL="0">
              <a:buNone/>
            </a:pPr>
            <a:r>
              <a:rPr lang="en-US" sz="2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  ›   </a:t>
            </a:r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Renta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21040" y="1783080"/>
            <a:ext cx="3291840" cy="39776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2377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32104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3977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desarrollando y construyendo en el mercado paraguayo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4892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Inversores de Europa · Argentina · Brasil · Chile</a:t>
            </a:r>
            <a:endParaRPr lang="en-US" sz="1050" dirty="0"/>
          </a:p>
        </p:txBody>
      </p:sp>
      <p:pic>
        <p:nvPicPr>
          <p:cNvPr id="13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Confidencial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Comencemos su ingreso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 mercado paraguayo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acompañamos en cada paso: constitución societaria, apertura de cuenta, ingreso de capital y radicación migratoria.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Juan José Castillo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5330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 Técnico y Legal de Inversiones Inmobiliarias · Asunción, Paraguay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</a:t>
            </a:r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·     juancastillo@meridianocapital.net     ·     www.meridianocapital.net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2026-08-09T22:27:01Z</dcterms:created>
  <dcterms:modified xsi:type="dcterms:W3CDTF">2026-08-09T22:27:01Z</dcterms:modified>
</cp:coreProperties>
</file>