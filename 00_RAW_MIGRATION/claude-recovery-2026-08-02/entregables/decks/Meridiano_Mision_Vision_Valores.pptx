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371600"/>
          </a:xfrm>
          <a:prstGeom prst="rect">
            <a:avLst/>
          </a:prstGeom>
          <a:solidFill>
            <a:srgbClr val="14313A"/>
          </a:solidFill>
          <a:ln/>
        </p:spPr>
      </p:sp>
      <p:pic>
        <p:nvPicPr>
          <p:cNvPr id="3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MERIDIANO CAPITAL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114800" y="457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Misión · Visión · Valores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492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Convertir a inversores extranjeros en propietarios e inversores inmobiliarios paraguayos, acompañándolos de punta a punta —de la cédula al alquiler— con rigor técnico y legal, para que construyan y protejan su patrimonio en Asunción con tranquilidad.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337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Ser el operador técnico y legal de referencia para la inversión inmobiliaria extranjera en Paraguay: el nombre en el que un inversor de Europa, Argentina, Brasil o Chile confía su capital y su radicación, de principio a fin.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4937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303520"/>
            <a:ext cx="3200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5486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34440" y="550468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Responsabilidad más allá de la firma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60807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compromiso empieza antes de la compra, no termina en el cierre, y cuida el capital del inversor como si fuera propio.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86200" y="5303520"/>
            <a:ext cx="3200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0" y="5486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72000" y="550468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Rigor técnico y legal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0" y="60807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número y cada estructura se sostienen en datos y en la ley, nunca en promesas.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" y="7086600"/>
            <a:ext cx="3200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7269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234440" y="728776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Acompañamiento integral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" y="78638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solo responsable para todo el camino: lo legal, lo bancario, lo migratorio y la renta.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886200" y="7086600"/>
            <a:ext cx="3200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0" y="7269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4572000" y="728776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Transparencia que gana confianza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114800" y="78638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inversor entiende siempre en qué invierte, cuánto cuesta y qué riesgos corre; la reputación se construye con resultados y se sostiene con el referido.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0" y="9098280"/>
            <a:ext cx="7562088" cy="1591056"/>
          </a:xfrm>
          <a:prstGeom prst="rect">
            <a:avLst/>
          </a:prstGeom>
          <a:solidFill>
            <a:srgbClr val="8B3323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928116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“Donde otros ven una comisión, yo veo una responsabilidad que empieza antes de la compra y no termina en la firma.”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100584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Juan José Castillo</a:t>
            </a:r>
            <a:pPr indent="0" marL="0">
              <a:buNone/>
            </a:pPr>
            <a:r>
              <a:rPr lang="en-US" sz="105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Operador Técnico y Legal de Inversiones Inmobiliarias  ·  Asunción, Paraguay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8640" y="1033272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  ·  juancastillo@meridianocapital.net  ·  www.meridianocapital.net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2026-07-30T21:45:23Z</dcterms:created>
  <dcterms:modified xsi:type="dcterms:W3CDTF">2026-07-30T21:45:23Z</dcterms:modified>
</cp:coreProperties>
</file>