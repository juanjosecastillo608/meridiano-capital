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12191695"/>
  <p:notesSz cx="12191695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uario\OneDrive\Documentos\Meridiano-Capital\production\generadores/assets-herrera001/brochure/00-portada-fachad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4297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4023360"/>
            <a:ext cx="6126480" cy="292608"/>
          </a:xfrm>
          <a:prstGeom prst="rect">
            <a:avLst/>
          </a:prstGeom>
          <a:solidFill>
            <a:srgbClr val="F6EEDD"/>
          </a:solidFill>
          <a:ln w="9525">
            <a:solidFill>
              <a:srgbClr val="A87D2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4023360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7D2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VISUALIZACIÓN — DESARROLLADOR ORIGINAL, SUJETA A CAMBIOS</a:t>
            </a:r>
            <a:endParaRPr lang="en-US" sz="800" dirty="0"/>
          </a:p>
        </p:txBody>
      </p:sp>
      <p:pic>
        <p:nvPicPr>
          <p:cNvPr id="5" name="Image 1" descr="isotipo_invers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48056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449884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MERIDIANO CAPITAL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02920" y="493776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Edificio Barrio Herrera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502920" y="54406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Asunción, Paraguay · Oportunidad de inversión inmobiliaria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02920" y="5806440"/>
            <a:ext cx="5852160" cy="0"/>
          </a:xfrm>
          <a:prstGeom prst="line">
            <a:avLst/>
          </a:prstGeom>
          <a:noFill/>
          <a:ln w="12700">
            <a:solidFill>
              <a:srgbClr val="2A4A5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5870448"/>
            <a:ext cx="5852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Inversión Total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02920" y="6108192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3.185.640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02920" y="6519672"/>
            <a:ext cx="5852160" cy="0"/>
          </a:xfrm>
          <a:prstGeom prst="line">
            <a:avLst/>
          </a:prstGeom>
          <a:noFill/>
          <a:ln w="12700">
            <a:solidFill>
              <a:srgbClr val="2A4A5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2920" y="6583680"/>
            <a:ext cx="5852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Ingresos proyectados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02920" y="6821424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4.424.700 – 4.749.150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02920" y="7232904"/>
            <a:ext cx="5852160" cy="0"/>
          </a:xfrm>
          <a:prstGeom prst="line">
            <a:avLst/>
          </a:prstGeom>
          <a:noFill/>
          <a:ln w="12700">
            <a:solidFill>
              <a:srgbClr val="2A4A5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7296912"/>
            <a:ext cx="5852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Margen final, neto de comisión e IVA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02920" y="7534656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USD 929.331 – 1.231.069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02920" y="7946136"/>
            <a:ext cx="5852160" cy="0"/>
          </a:xfrm>
          <a:prstGeom prst="line">
            <a:avLst/>
          </a:prstGeom>
          <a:noFill/>
          <a:ln w="12700">
            <a:solidFill>
              <a:srgbClr val="2A4A5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02920" y="8010144"/>
            <a:ext cx="5852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ROI sobre Inversión Total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02920" y="8247888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29,2% – 38,6%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502920" y="8659368"/>
            <a:ext cx="5852160" cy="0"/>
          </a:xfrm>
          <a:prstGeom prst="line">
            <a:avLst/>
          </a:prstGeom>
          <a:noFill/>
          <a:ln w="12700">
            <a:solidFill>
              <a:srgbClr val="2A4A5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2920" y="8723376"/>
            <a:ext cx="5852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Plazo estimado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02920" y="8961120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982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12 meses de obra + entrega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02920" y="9372600"/>
            <a:ext cx="5852160" cy="0"/>
          </a:xfrm>
          <a:prstGeom prst="line">
            <a:avLst/>
          </a:prstGeom>
          <a:noFill/>
          <a:ln w="12700">
            <a:solidFill>
              <a:srgbClr val="2A4A5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2920" y="9491472"/>
            <a:ext cx="5852160" cy="384048"/>
          </a:xfrm>
          <a:prstGeom prst="rect">
            <a:avLst/>
          </a:prstGeom>
          <a:solidFill>
            <a:srgbClr val="0D2226"/>
          </a:solidFill>
          <a:ln w="12700">
            <a:solidFill>
              <a:srgbClr val="C9982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2920" y="9491472"/>
            <a:ext cx="5852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982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RECOMENDACIÓN: NEGOCIAR / CONDICIONAR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502920" y="993952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C7CF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73,5% de la estructura ya construida · precio validado contra comparables reales · único punto pendiente: opinión estructural sobre el piso adicional.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502920" y="10543032"/>
            <a:ext cx="5852160" cy="530352"/>
          </a:xfrm>
          <a:prstGeom prst="rect">
            <a:avLst/>
          </a:prstGeom>
          <a:solidFill>
            <a:srgbClr val="8B3323"/>
          </a:solidFill>
          <a:ln/>
        </p:spPr>
      </p:sp>
      <p:sp>
        <p:nvSpPr>
          <p:cNvPr id="29" name="Text 25"/>
          <p:cNvSpPr/>
          <p:nvPr/>
        </p:nvSpPr>
        <p:spPr>
          <a:xfrm>
            <a:off x="548640" y="106070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ED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Investor Book completo disponible a pedido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548640" y="10881360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DDD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Respondé este mensaje y coordinamos.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365760" y="1120140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DA8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Juan José Castillo  ·  +595 982 853 111  ·  juancastillo@meridianocapital.net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365760" y="11457432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B747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Documento preliminar, no vinculante. Sujeto a la opinión estructural pendiente.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2026-08-23T15:16:22Z</dcterms:created>
  <dcterms:modified xsi:type="dcterms:W3CDTF">2026-08-23T15:16:22Z</dcterms:modified>
</cp:coreProperties>
</file>