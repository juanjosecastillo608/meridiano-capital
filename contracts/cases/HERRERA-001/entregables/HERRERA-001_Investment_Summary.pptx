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85800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4023360"/>
            <a:ext cx="61264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4023360"/>
            <a:ext cx="6126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00" dirty="0"/>
          </a:p>
        </p:txBody>
      </p:sp>
      <p:pic>
        <p:nvPicPr>
          <p:cNvPr id="5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48056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44988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02920" y="4937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2300" dirty="0"/>
          </a:p>
        </p:txBody>
      </p:sp>
      <p:sp>
        <p:nvSpPr>
          <p:cNvPr id="8" name="Text 4"/>
          <p:cNvSpPr/>
          <p:nvPr/>
        </p:nvSpPr>
        <p:spPr>
          <a:xfrm>
            <a:off x="502920" y="54406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Oportunidad de inversión inmobiliaria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5806440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02920" y="5870448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6108192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02920" y="6519672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2920" y="6583680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proyectados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02920" y="6821424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4.424.700 – 4.749.150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02920" y="7232904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7296912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final, neto de comisión e IVA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02920" y="7534656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784.541 – 1.091.147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02920" y="7946136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8010144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sobre Inversión Total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2920" y="8247888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02920" y="8659368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02920" y="8723376"/>
            <a:ext cx="5852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estimado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02920" y="8961120"/>
            <a:ext cx="5852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 de obra + entrega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02920" y="9372600"/>
            <a:ext cx="5852160" cy="0"/>
          </a:xfrm>
          <a:prstGeom prst="line">
            <a:avLst/>
          </a:prstGeom>
          <a:noFill/>
          <a:ln w="12700">
            <a:solidFill>
              <a:srgbClr val="2A4A52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02920" y="9491472"/>
            <a:ext cx="5852160" cy="384048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9491472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RECOMENDACIÓN: NEGOCIAR / CONDICIONAR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502920" y="993952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73,5% de la estructura ya construida · precio validado contra comparables reales · único punto pendiente: opinión estructural sobre el piso adicional.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02920" y="10543032"/>
            <a:ext cx="5852160" cy="530352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29" name="Text 25"/>
          <p:cNvSpPr/>
          <p:nvPr/>
        </p:nvSpPr>
        <p:spPr>
          <a:xfrm>
            <a:off x="548640" y="106070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Investor Book completo disponible a pedido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10881360"/>
            <a:ext cx="5760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Respondé este mensaje y coordinamos.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365760" y="11201400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Juan José Castillo  ·  +595 982 853 111  ·  juancastillo@meridianocapital.net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365760" y="11457432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6B74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preliminar, no vinculante. Sujeto a la opinión estructural pendiente.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2026-08-18T02:57:13Z</dcterms:created>
  <dcterms:modified xsi:type="dcterms:W3CDTF">2026-08-18T02:57:13Z</dcterms:modified>
</cp:coreProperties>
</file>