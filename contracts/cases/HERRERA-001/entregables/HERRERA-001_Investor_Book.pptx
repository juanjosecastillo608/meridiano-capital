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 DE INVERSIÓN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ESTADO ACTUAL DEL PROYECTO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ESTADO ACTUAL AL PRODUCTO FINAL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Tambone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TAMBONE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1 dormitorio 42 m² desde USD 68.080 (~USD 1.621/m², Coldwell Banker Paraguay,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MATRIZ DE PRECIO POR UNIDAD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mercado y en línea con Filum Herrera (comparable directo del mismo barrio, mejores terminaciones). AMC parametrizado (2026-08-18, 9 comparables reales del propio barrio): promedio ajustado ~USD 1.509/m² para 2 dormitorios — confirma el hallazgo con muestra 4,5x mayor. La diferenciación de producto (calidad USD 720/m² vs. 650/m² del rango bajo) fue evaluada cuantitativamente y sostiene el precio premium — ver sección 19.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2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11 comparables reales — 9 dentro del propio Barrio Herrera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743200"/>
                <a:gridCol w="1828800"/>
                <a:gridCol w="164592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80.000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1.818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Invicta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72,5 m² (c/cochera)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113.700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1.569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Pampidos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86 m² (terminado, c/cochera)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128.000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1.488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Forvm Herrera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 (Concejal Vargas)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dorm, 172,8 m² propia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229.800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1.330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83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 y RE/MAX, relevados 2026-08-17/18 (categoría A — dato real con fuente citable). Filum Herrera: flyer comercial de Century 21 Liberty. AMC completo y ajuste por tipología: Data Room.</a:t>
            </a:r>
            <a:endParaRPr lang="en-US" sz="9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PANORAMA DE MERCADO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Y MAPA DE MERCADO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RIESGOS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Terreno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valor de terreno implícito en el precio de compra (~USD 768/m²) es ~2x el valor de mercado real de un AMC de terreno del propio barrio (~USD 380/m²) — brecha sin resolver, ver Data Room.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Y TESIS DE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2026-08-18T20:32:36Z</dcterms:created>
  <dcterms:modified xsi:type="dcterms:W3CDTF">2026-08-18T20:32:36Z</dcterms:modified>
</cp:coreProperties>
</file>