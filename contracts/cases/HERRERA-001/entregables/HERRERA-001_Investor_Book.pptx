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INVESTMENT OPPORTUNITY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CURRENT PROJECT STATUS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CURRENT STATE TO FINAL PRODUCT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 Nea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 NEA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desde USD 1.222/m² (Century 21 Platinum,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UNIT PRICE MATRIX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ABOVE 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ABOVE 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88036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los 7 comparables de Century 21 (calidad estándar) y en línea con Filum Herrera (comparable directo del mismo barrio, mejores terminaciones). La diferenciación de producto (calidad USD 720/m² vs. 650/m² del rango bajo) fue evaluada cuantitativamente y sostiene el precio premium — ver sección 19.</a:t>
            </a:r>
            <a:endParaRPr lang="en-US" sz="12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COMPARABLES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comparables reales + el comparable directo del barrio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468880"/>
                <a:gridCol w="18288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21, relevados 2026-08-17 (categoría A — dato real con fuente citable). Filum Herrera: flyer comercial real de Century 21 Liberty, mismo barrio.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SNAPSHOT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LOCATION &amp; MARKET MAP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PAYMENT 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046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&amp; INVESTMENT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2026-08-18T03:41:38Z</dcterms:created>
  <dcterms:modified xsi:type="dcterms:W3CDTF">2026-08-18T03:41:38Z</dcterms:modified>
</cp:coreProperties>
</file>