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mercado y en línea con Filum Herrera (comparable directo del mismo barrio, mejores terminaciones). AMC parametrizado (2026-08-18, 9 comparables reales del propio barrio): promedio ajustado ~USD 1.509/m² para 2 dormitorios — confirma el hallazgo con muestra 4,5x mayor. La diferenciación de producto (calidad USD 720/m² vs. 650/m² del rango bajo) fue evaluada cuantitativamente y sostiene el precio premium — ver sección 19.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 comparables reales + el comparable directo del barrio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468880"/>
                <a:gridCol w="18288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21, relevados 2026-08-17 (categoría A — dato real con fuente citable). Filum Herrera: flyer comercial real de Century 21 Liberty, mismo barrio.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Terreno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valor de terreno implícito en el precio de compra (~USD 768/m²) es ~2x el valor de mercado real de un AMC de terreno del propio barrio (~USD 380/m²) — brecha sin resolver, ver Data Room.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2026-08-18T04:55:29Z</dcterms:created>
  <dcterms:modified xsi:type="dcterms:W3CDTF">2026-08-18T04:55:29Z</dcterms:modified>
</cp:coreProperties>
</file>